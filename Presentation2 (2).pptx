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7" r:id="rId6"/>
    <p:sldId id="268" r:id="rId7"/>
    <p:sldId id="260" r:id="rId8"/>
    <p:sldId id="265" r:id="rId9"/>
    <p:sldId id="261" r:id="rId10"/>
    <p:sldId id="262" r:id="rId11"/>
    <p:sldId id="263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1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2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725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7894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405" y="-19050"/>
            <a:ext cx="121272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6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2865"/>
            <a:ext cx="12193270" cy="6900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87630" y="635"/>
            <a:ext cx="1227899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7989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sowmya</dc:creator>
  <cp:lastModifiedBy>sowmya</cp:lastModifiedBy>
  <cp:revision>2</cp:revision>
  <dcterms:created xsi:type="dcterms:W3CDTF">2026-05-23T06:11:00Z</dcterms:created>
  <dcterms:modified xsi:type="dcterms:W3CDTF">2026-05-23T06:53:50Z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331F4D8C59494FA3BB6FE142A5FCB8B1_11</vt:lpwstr>
  </property>
</Properties>
</file>